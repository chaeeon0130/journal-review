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3999" cy="533696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923323" y="274379"/>
              <a:ext cx="8151087" cy="444434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23323" y="4714289"/>
              <a:ext cx="8151087" cy="0"/>
            </a:xfrm>
            <a:custGeom>
              <a:avLst/>
              <a:pathLst>
                <a:path w="8151087" h="0">
                  <a:moveTo>
                    <a:pt x="0" y="0"/>
                  </a:moveTo>
                  <a:lnTo>
                    <a:pt x="8151087" y="0"/>
                  </a:lnTo>
                  <a:lnTo>
                    <a:pt x="815108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23323" y="4270742"/>
              <a:ext cx="8151087" cy="0"/>
            </a:xfrm>
            <a:custGeom>
              <a:avLst/>
              <a:pathLst>
                <a:path w="8151087" h="0">
                  <a:moveTo>
                    <a:pt x="0" y="0"/>
                  </a:moveTo>
                  <a:lnTo>
                    <a:pt x="8151087" y="0"/>
                  </a:lnTo>
                  <a:lnTo>
                    <a:pt x="815108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23323" y="3827194"/>
              <a:ext cx="8151087" cy="0"/>
            </a:xfrm>
            <a:custGeom>
              <a:avLst/>
              <a:pathLst>
                <a:path w="8151087" h="0">
                  <a:moveTo>
                    <a:pt x="0" y="0"/>
                  </a:moveTo>
                  <a:lnTo>
                    <a:pt x="8151087" y="0"/>
                  </a:lnTo>
                  <a:lnTo>
                    <a:pt x="815108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23323" y="3383647"/>
              <a:ext cx="8151087" cy="0"/>
            </a:xfrm>
            <a:custGeom>
              <a:avLst/>
              <a:pathLst>
                <a:path w="8151087" h="0">
                  <a:moveTo>
                    <a:pt x="0" y="0"/>
                  </a:moveTo>
                  <a:lnTo>
                    <a:pt x="8151087" y="0"/>
                  </a:lnTo>
                  <a:lnTo>
                    <a:pt x="815108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923323" y="2940100"/>
              <a:ext cx="8151087" cy="0"/>
            </a:xfrm>
            <a:custGeom>
              <a:avLst/>
              <a:pathLst>
                <a:path w="8151087" h="0">
                  <a:moveTo>
                    <a:pt x="0" y="0"/>
                  </a:moveTo>
                  <a:lnTo>
                    <a:pt x="8151087" y="0"/>
                  </a:lnTo>
                  <a:lnTo>
                    <a:pt x="815108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23323" y="2496552"/>
              <a:ext cx="8151087" cy="0"/>
            </a:xfrm>
            <a:custGeom>
              <a:avLst/>
              <a:pathLst>
                <a:path w="8151087" h="0">
                  <a:moveTo>
                    <a:pt x="0" y="0"/>
                  </a:moveTo>
                  <a:lnTo>
                    <a:pt x="8151087" y="0"/>
                  </a:lnTo>
                  <a:lnTo>
                    <a:pt x="815108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23323" y="2053005"/>
              <a:ext cx="8151087" cy="0"/>
            </a:xfrm>
            <a:custGeom>
              <a:avLst/>
              <a:pathLst>
                <a:path w="8151087" h="0">
                  <a:moveTo>
                    <a:pt x="0" y="0"/>
                  </a:moveTo>
                  <a:lnTo>
                    <a:pt x="8151087" y="0"/>
                  </a:lnTo>
                  <a:lnTo>
                    <a:pt x="815108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23323" y="1609457"/>
              <a:ext cx="8151087" cy="0"/>
            </a:xfrm>
            <a:custGeom>
              <a:avLst/>
              <a:pathLst>
                <a:path w="8151087" h="0">
                  <a:moveTo>
                    <a:pt x="0" y="0"/>
                  </a:moveTo>
                  <a:lnTo>
                    <a:pt x="8151087" y="0"/>
                  </a:lnTo>
                  <a:lnTo>
                    <a:pt x="815108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23323" y="1165910"/>
              <a:ext cx="8151087" cy="0"/>
            </a:xfrm>
            <a:custGeom>
              <a:avLst/>
              <a:pathLst>
                <a:path w="8151087" h="0">
                  <a:moveTo>
                    <a:pt x="0" y="0"/>
                  </a:moveTo>
                  <a:lnTo>
                    <a:pt x="8151087" y="0"/>
                  </a:lnTo>
                  <a:lnTo>
                    <a:pt x="815108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23323" y="722362"/>
              <a:ext cx="8151087" cy="0"/>
            </a:xfrm>
            <a:custGeom>
              <a:avLst/>
              <a:pathLst>
                <a:path w="8151087" h="0">
                  <a:moveTo>
                    <a:pt x="0" y="0"/>
                  </a:moveTo>
                  <a:lnTo>
                    <a:pt x="8151087" y="0"/>
                  </a:lnTo>
                  <a:lnTo>
                    <a:pt x="815108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23323" y="278815"/>
              <a:ext cx="8151087" cy="0"/>
            </a:xfrm>
            <a:custGeom>
              <a:avLst/>
              <a:pathLst>
                <a:path w="8151087" h="0">
                  <a:moveTo>
                    <a:pt x="0" y="0"/>
                  </a:moveTo>
                  <a:lnTo>
                    <a:pt x="8151087" y="0"/>
                  </a:lnTo>
                  <a:lnTo>
                    <a:pt x="815108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31458" y="278815"/>
              <a:ext cx="8134818" cy="4277066"/>
            </a:xfrm>
            <a:custGeom>
              <a:avLst/>
              <a:pathLst>
                <a:path w="8134818" h="4277066">
                  <a:moveTo>
                    <a:pt x="0" y="0"/>
                  </a:moveTo>
                  <a:lnTo>
                    <a:pt x="87556" y="0"/>
                  </a:lnTo>
                  <a:lnTo>
                    <a:pt x="87556" y="96423"/>
                  </a:lnTo>
                  <a:lnTo>
                    <a:pt x="95516" y="96423"/>
                  </a:lnTo>
                  <a:lnTo>
                    <a:pt x="95516" y="128564"/>
                  </a:lnTo>
                  <a:lnTo>
                    <a:pt x="103476" y="128564"/>
                  </a:lnTo>
                  <a:lnTo>
                    <a:pt x="103476" y="192846"/>
                  </a:lnTo>
                  <a:lnTo>
                    <a:pt x="119395" y="192846"/>
                  </a:lnTo>
                  <a:lnTo>
                    <a:pt x="119395" y="224987"/>
                  </a:lnTo>
                  <a:lnTo>
                    <a:pt x="206952" y="224987"/>
                  </a:lnTo>
                  <a:lnTo>
                    <a:pt x="206952" y="257128"/>
                  </a:lnTo>
                  <a:lnTo>
                    <a:pt x="238791" y="257128"/>
                  </a:lnTo>
                  <a:lnTo>
                    <a:pt x="238791" y="289270"/>
                  </a:lnTo>
                  <a:lnTo>
                    <a:pt x="246750" y="289270"/>
                  </a:lnTo>
                  <a:lnTo>
                    <a:pt x="246750" y="321411"/>
                  </a:lnTo>
                  <a:lnTo>
                    <a:pt x="421864" y="321411"/>
                  </a:lnTo>
                  <a:lnTo>
                    <a:pt x="421864" y="385693"/>
                  </a:lnTo>
                  <a:lnTo>
                    <a:pt x="429824" y="385693"/>
                  </a:lnTo>
                  <a:lnTo>
                    <a:pt x="429824" y="417834"/>
                  </a:lnTo>
                  <a:lnTo>
                    <a:pt x="469622" y="417834"/>
                  </a:lnTo>
                  <a:lnTo>
                    <a:pt x="469622" y="449975"/>
                  </a:lnTo>
                  <a:lnTo>
                    <a:pt x="477582" y="449975"/>
                  </a:lnTo>
                  <a:lnTo>
                    <a:pt x="477582" y="482116"/>
                  </a:lnTo>
                  <a:lnTo>
                    <a:pt x="517380" y="482116"/>
                  </a:lnTo>
                  <a:lnTo>
                    <a:pt x="517380" y="546399"/>
                  </a:lnTo>
                  <a:lnTo>
                    <a:pt x="565139" y="546399"/>
                  </a:lnTo>
                  <a:lnTo>
                    <a:pt x="565139" y="578540"/>
                  </a:lnTo>
                  <a:lnTo>
                    <a:pt x="644736" y="578540"/>
                  </a:lnTo>
                  <a:lnTo>
                    <a:pt x="644736" y="610681"/>
                  </a:lnTo>
                  <a:lnTo>
                    <a:pt x="700454" y="610681"/>
                  </a:lnTo>
                  <a:lnTo>
                    <a:pt x="700454" y="674963"/>
                  </a:lnTo>
                  <a:lnTo>
                    <a:pt x="732292" y="674963"/>
                  </a:lnTo>
                  <a:lnTo>
                    <a:pt x="732292" y="707104"/>
                  </a:lnTo>
                  <a:lnTo>
                    <a:pt x="740252" y="707104"/>
                  </a:lnTo>
                  <a:lnTo>
                    <a:pt x="740252" y="739245"/>
                  </a:lnTo>
                  <a:lnTo>
                    <a:pt x="756171" y="739245"/>
                  </a:lnTo>
                  <a:lnTo>
                    <a:pt x="756171" y="771386"/>
                  </a:lnTo>
                  <a:lnTo>
                    <a:pt x="835768" y="771386"/>
                  </a:lnTo>
                  <a:lnTo>
                    <a:pt x="835768" y="803528"/>
                  </a:lnTo>
                  <a:lnTo>
                    <a:pt x="851688" y="803528"/>
                  </a:lnTo>
                  <a:lnTo>
                    <a:pt x="851688" y="835669"/>
                  </a:lnTo>
                  <a:lnTo>
                    <a:pt x="875567" y="835669"/>
                  </a:lnTo>
                  <a:lnTo>
                    <a:pt x="875567" y="867810"/>
                  </a:lnTo>
                  <a:lnTo>
                    <a:pt x="923325" y="867810"/>
                  </a:lnTo>
                  <a:lnTo>
                    <a:pt x="923325" y="899951"/>
                  </a:lnTo>
                  <a:lnTo>
                    <a:pt x="939245" y="899951"/>
                  </a:lnTo>
                  <a:lnTo>
                    <a:pt x="939245" y="932092"/>
                  </a:lnTo>
                  <a:lnTo>
                    <a:pt x="1042721" y="932092"/>
                  </a:lnTo>
                  <a:lnTo>
                    <a:pt x="1042721" y="964233"/>
                  </a:lnTo>
                  <a:lnTo>
                    <a:pt x="1050681" y="964233"/>
                  </a:lnTo>
                  <a:lnTo>
                    <a:pt x="1050681" y="1028515"/>
                  </a:lnTo>
                  <a:lnTo>
                    <a:pt x="1074560" y="1028515"/>
                  </a:lnTo>
                  <a:lnTo>
                    <a:pt x="1074560" y="1060656"/>
                  </a:lnTo>
                  <a:lnTo>
                    <a:pt x="1130278" y="1060656"/>
                  </a:lnTo>
                  <a:lnTo>
                    <a:pt x="1130278" y="1092798"/>
                  </a:lnTo>
                  <a:lnTo>
                    <a:pt x="1146197" y="1092798"/>
                  </a:lnTo>
                  <a:lnTo>
                    <a:pt x="1146197" y="1124939"/>
                  </a:lnTo>
                  <a:lnTo>
                    <a:pt x="1170076" y="1124939"/>
                  </a:lnTo>
                  <a:lnTo>
                    <a:pt x="1170076" y="1157080"/>
                  </a:lnTo>
                  <a:lnTo>
                    <a:pt x="1241713" y="1157080"/>
                  </a:lnTo>
                  <a:lnTo>
                    <a:pt x="1241713" y="1221362"/>
                  </a:lnTo>
                  <a:lnTo>
                    <a:pt x="1297431" y="1221362"/>
                  </a:lnTo>
                  <a:lnTo>
                    <a:pt x="1297431" y="1317785"/>
                  </a:lnTo>
                  <a:lnTo>
                    <a:pt x="1321310" y="1317785"/>
                  </a:lnTo>
                  <a:lnTo>
                    <a:pt x="1321310" y="1349927"/>
                  </a:lnTo>
                  <a:lnTo>
                    <a:pt x="1353149" y="1349927"/>
                  </a:lnTo>
                  <a:lnTo>
                    <a:pt x="1353149" y="1382068"/>
                  </a:lnTo>
                  <a:lnTo>
                    <a:pt x="1384988" y="1382068"/>
                  </a:lnTo>
                  <a:lnTo>
                    <a:pt x="1384988" y="1382068"/>
                  </a:lnTo>
                  <a:lnTo>
                    <a:pt x="1392948" y="1382068"/>
                  </a:lnTo>
                  <a:lnTo>
                    <a:pt x="1392948" y="1414551"/>
                  </a:lnTo>
                  <a:lnTo>
                    <a:pt x="1400908" y="1414551"/>
                  </a:lnTo>
                  <a:lnTo>
                    <a:pt x="1400908" y="1447034"/>
                  </a:lnTo>
                  <a:lnTo>
                    <a:pt x="1408867" y="1447034"/>
                  </a:lnTo>
                  <a:lnTo>
                    <a:pt x="1408867" y="1479517"/>
                  </a:lnTo>
                  <a:lnTo>
                    <a:pt x="1424787" y="1479517"/>
                  </a:lnTo>
                  <a:lnTo>
                    <a:pt x="1424787" y="1544483"/>
                  </a:lnTo>
                  <a:lnTo>
                    <a:pt x="1432746" y="1544483"/>
                  </a:lnTo>
                  <a:lnTo>
                    <a:pt x="1432746" y="1576966"/>
                  </a:lnTo>
                  <a:lnTo>
                    <a:pt x="1440706" y="1576966"/>
                  </a:lnTo>
                  <a:lnTo>
                    <a:pt x="1440706" y="1641932"/>
                  </a:lnTo>
                  <a:lnTo>
                    <a:pt x="1456625" y="1641932"/>
                  </a:lnTo>
                  <a:lnTo>
                    <a:pt x="1456625" y="1674415"/>
                  </a:lnTo>
                  <a:lnTo>
                    <a:pt x="1472545" y="1674415"/>
                  </a:lnTo>
                  <a:lnTo>
                    <a:pt x="1472545" y="1674415"/>
                  </a:lnTo>
                  <a:lnTo>
                    <a:pt x="1496424" y="1674415"/>
                  </a:lnTo>
                  <a:lnTo>
                    <a:pt x="1496424" y="1674415"/>
                  </a:lnTo>
                  <a:lnTo>
                    <a:pt x="1504384" y="1674415"/>
                  </a:lnTo>
                  <a:lnTo>
                    <a:pt x="1504384" y="1707681"/>
                  </a:lnTo>
                  <a:lnTo>
                    <a:pt x="1520303" y="1707681"/>
                  </a:lnTo>
                  <a:lnTo>
                    <a:pt x="1520303" y="1707681"/>
                  </a:lnTo>
                  <a:lnTo>
                    <a:pt x="1560102" y="1707681"/>
                  </a:lnTo>
                  <a:lnTo>
                    <a:pt x="1560102" y="1707681"/>
                  </a:lnTo>
                  <a:lnTo>
                    <a:pt x="1568061" y="1707681"/>
                  </a:lnTo>
                  <a:lnTo>
                    <a:pt x="1568061" y="1741778"/>
                  </a:lnTo>
                  <a:lnTo>
                    <a:pt x="1607860" y="1741778"/>
                  </a:lnTo>
                  <a:lnTo>
                    <a:pt x="1607860" y="1776313"/>
                  </a:lnTo>
                  <a:lnTo>
                    <a:pt x="1647658" y="1776313"/>
                  </a:lnTo>
                  <a:lnTo>
                    <a:pt x="1647658" y="1810847"/>
                  </a:lnTo>
                  <a:lnTo>
                    <a:pt x="1671537" y="1810847"/>
                  </a:lnTo>
                  <a:lnTo>
                    <a:pt x="1671537" y="1845382"/>
                  </a:lnTo>
                  <a:lnTo>
                    <a:pt x="1687457" y="1845382"/>
                  </a:lnTo>
                  <a:lnTo>
                    <a:pt x="1687457" y="1879917"/>
                  </a:lnTo>
                  <a:lnTo>
                    <a:pt x="1735215" y="1879917"/>
                  </a:lnTo>
                  <a:lnTo>
                    <a:pt x="1735215" y="1914451"/>
                  </a:lnTo>
                  <a:lnTo>
                    <a:pt x="1759094" y="1914451"/>
                  </a:lnTo>
                  <a:lnTo>
                    <a:pt x="1759094" y="1914451"/>
                  </a:lnTo>
                  <a:lnTo>
                    <a:pt x="1767054" y="1914451"/>
                  </a:lnTo>
                  <a:lnTo>
                    <a:pt x="1767054" y="1949465"/>
                  </a:lnTo>
                  <a:lnTo>
                    <a:pt x="1775014" y="1949465"/>
                  </a:lnTo>
                  <a:lnTo>
                    <a:pt x="1775014" y="1984980"/>
                  </a:lnTo>
                  <a:lnTo>
                    <a:pt x="1790933" y="1984980"/>
                  </a:lnTo>
                  <a:lnTo>
                    <a:pt x="1790933" y="1984980"/>
                  </a:lnTo>
                  <a:lnTo>
                    <a:pt x="1822772" y="1984980"/>
                  </a:lnTo>
                  <a:lnTo>
                    <a:pt x="1822772" y="2021554"/>
                  </a:lnTo>
                  <a:lnTo>
                    <a:pt x="1830732" y="2021554"/>
                  </a:lnTo>
                  <a:lnTo>
                    <a:pt x="1830732" y="2058129"/>
                  </a:lnTo>
                  <a:lnTo>
                    <a:pt x="1886449" y="2058129"/>
                  </a:lnTo>
                  <a:lnTo>
                    <a:pt x="1886449" y="2058129"/>
                  </a:lnTo>
                  <a:lnTo>
                    <a:pt x="1902369" y="2058129"/>
                  </a:lnTo>
                  <a:lnTo>
                    <a:pt x="1902369" y="2095275"/>
                  </a:lnTo>
                  <a:lnTo>
                    <a:pt x="1958087" y="2095275"/>
                  </a:lnTo>
                  <a:lnTo>
                    <a:pt x="1958087" y="2132421"/>
                  </a:lnTo>
                  <a:lnTo>
                    <a:pt x="2061563" y="2132421"/>
                  </a:lnTo>
                  <a:lnTo>
                    <a:pt x="2061563" y="2132421"/>
                  </a:lnTo>
                  <a:lnTo>
                    <a:pt x="2125241" y="2132421"/>
                  </a:lnTo>
                  <a:lnTo>
                    <a:pt x="2125241" y="2170176"/>
                  </a:lnTo>
                  <a:lnTo>
                    <a:pt x="2141160" y="2170176"/>
                  </a:lnTo>
                  <a:lnTo>
                    <a:pt x="2141160" y="2207931"/>
                  </a:lnTo>
                  <a:lnTo>
                    <a:pt x="2149120" y="2207931"/>
                  </a:lnTo>
                  <a:lnTo>
                    <a:pt x="2149120" y="2245686"/>
                  </a:lnTo>
                  <a:lnTo>
                    <a:pt x="2220757" y="2245686"/>
                  </a:lnTo>
                  <a:lnTo>
                    <a:pt x="2220757" y="2245686"/>
                  </a:lnTo>
                  <a:lnTo>
                    <a:pt x="2252596" y="2245686"/>
                  </a:lnTo>
                  <a:lnTo>
                    <a:pt x="2252596" y="2284103"/>
                  </a:lnTo>
                  <a:lnTo>
                    <a:pt x="2260556" y="2284103"/>
                  </a:lnTo>
                  <a:lnTo>
                    <a:pt x="2260556" y="2322520"/>
                  </a:lnTo>
                  <a:lnTo>
                    <a:pt x="2268515" y="2322520"/>
                  </a:lnTo>
                  <a:lnTo>
                    <a:pt x="2268515" y="2361649"/>
                  </a:lnTo>
                  <a:lnTo>
                    <a:pt x="2276475" y="2361649"/>
                  </a:lnTo>
                  <a:lnTo>
                    <a:pt x="2276475" y="2400778"/>
                  </a:lnTo>
                  <a:lnTo>
                    <a:pt x="2292394" y="2400778"/>
                  </a:lnTo>
                  <a:lnTo>
                    <a:pt x="2292394" y="2439907"/>
                  </a:lnTo>
                  <a:lnTo>
                    <a:pt x="2316274" y="2439907"/>
                  </a:lnTo>
                  <a:lnTo>
                    <a:pt x="2316274" y="2479036"/>
                  </a:lnTo>
                  <a:lnTo>
                    <a:pt x="2324233" y="2479036"/>
                  </a:lnTo>
                  <a:lnTo>
                    <a:pt x="2324233" y="2479036"/>
                  </a:lnTo>
                  <a:lnTo>
                    <a:pt x="2387911" y="2479036"/>
                  </a:lnTo>
                  <a:lnTo>
                    <a:pt x="2387911" y="2479036"/>
                  </a:lnTo>
                  <a:lnTo>
                    <a:pt x="2395871" y="2479036"/>
                  </a:lnTo>
                  <a:lnTo>
                    <a:pt x="2395871" y="2519795"/>
                  </a:lnTo>
                  <a:lnTo>
                    <a:pt x="2411790" y="2519795"/>
                  </a:lnTo>
                  <a:lnTo>
                    <a:pt x="2411790" y="2561440"/>
                  </a:lnTo>
                  <a:lnTo>
                    <a:pt x="2435669" y="2561440"/>
                  </a:lnTo>
                  <a:lnTo>
                    <a:pt x="2435669" y="2604032"/>
                  </a:lnTo>
                  <a:lnTo>
                    <a:pt x="2467508" y="2604032"/>
                  </a:lnTo>
                  <a:lnTo>
                    <a:pt x="2467508" y="2646623"/>
                  </a:lnTo>
                  <a:lnTo>
                    <a:pt x="2547105" y="2646623"/>
                  </a:lnTo>
                  <a:lnTo>
                    <a:pt x="2547105" y="2689215"/>
                  </a:lnTo>
                  <a:lnTo>
                    <a:pt x="2618742" y="2689215"/>
                  </a:lnTo>
                  <a:lnTo>
                    <a:pt x="2618742" y="2731807"/>
                  </a:lnTo>
                  <a:lnTo>
                    <a:pt x="2682420" y="2731807"/>
                  </a:lnTo>
                  <a:lnTo>
                    <a:pt x="2682420" y="2774398"/>
                  </a:lnTo>
                  <a:lnTo>
                    <a:pt x="2809775" y="2774398"/>
                  </a:lnTo>
                  <a:lnTo>
                    <a:pt x="2809775" y="2859582"/>
                  </a:lnTo>
                  <a:lnTo>
                    <a:pt x="2889372" y="2859582"/>
                  </a:lnTo>
                  <a:lnTo>
                    <a:pt x="2889372" y="2902173"/>
                  </a:lnTo>
                  <a:lnTo>
                    <a:pt x="2897332" y="2902173"/>
                  </a:lnTo>
                  <a:lnTo>
                    <a:pt x="2897332" y="2944765"/>
                  </a:lnTo>
                  <a:lnTo>
                    <a:pt x="2953050" y="2944765"/>
                  </a:lnTo>
                  <a:lnTo>
                    <a:pt x="2953050" y="2987357"/>
                  </a:lnTo>
                  <a:lnTo>
                    <a:pt x="3080405" y="2987357"/>
                  </a:lnTo>
                  <a:lnTo>
                    <a:pt x="3080405" y="3029948"/>
                  </a:lnTo>
                  <a:lnTo>
                    <a:pt x="3104284" y="3029948"/>
                  </a:lnTo>
                  <a:lnTo>
                    <a:pt x="3104284" y="3072540"/>
                  </a:lnTo>
                  <a:lnTo>
                    <a:pt x="3136123" y="3072540"/>
                  </a:lnTo>
                  <a:lnTo>
                    <a:pt x="3136123" y="3115132"/>
                  </a:lnTo>
                  <a:lnTo>
                    <a:pt x="3215720" y="3115132"/>
                  </a:lnTo>
                  <a:lnTo>
                    <a:pt x="3215720" y="3115132"/>
                  </a:lnTo>
                  <a:lnTo>
                    <a:pt x="3287357" y="3115132"/>
                  </a:lnTo>
                  <a:lnTo>
                    <a:pt x="3287357" y="3115132"/>
                  </a:lnTo>
                  <a:lnTo>
                    <a:pt x="3406753" y="3115132"/>
                  </a:lnTo>
                  <a:lnTo>
                    <a:pt x="3406753" y="3160661"/>
                  </a:lnTo>
                  <a:lnTo>
                    <a:pt x="3414713" y="3160661"/>
                  </a:lnTo>
                  <a:lnTo>
                    <a:pt x="3414713" y="3206190"/>
                  </a:lnTo>
                  <a:lnTo>
                    <a:pt x="3518189" y="3206190"/>
                  </a:lnTo>
                  <a:lnTo>
                    <a:pt x="3518189" y="3251719"/>
                  </a:lnTo>
                  <a:lnTo>
                    <a:pt x="3534108" y="3251719"/>
                  </a:lnTo>
                  <a:lnTo>
                    <a:pt x="3534108" y="3251719"/>
                  </a:lnTo>
                  <a:lnTo>
                    <a:pt x="3621665" y="3251719"/>
                  </a:lnTo>
                  <a:lnTo>
                    <a:pt x="3621665" y="3299069"/>
                  </a:lnTo>
                  <a:lnTo>
                    <a:pt x="3637584" y="3299069"/>
                  </a:lnTo>
                  <a:lnTo>
                    <a:pt x="3637584" y="3346419"/>
                  </a:lnTo>
                  <a:lnTo>
                    <a:pt x="3645544" y="3346419"/>
                  </a:lnTo>
                  <a:lnTo>
                    <a:pt x="3645544" y="3346419"/>
                  </a:lnTo>
                  <a:lnTo>
                    <a:pt x="3661464" y="3346419"/>
                  </a:lnTo>
                  <a:lnTo>
                    <a:pt x="3661464" y="3395922"/>
                  </a:lnTo>
                  <a:lnTo>
                    <a:pt x="3796779" y="3395922"/>
                  </a:lnTo>
                  <a:lnTo>
                    <a:pt x="3796779" y="3445424"/>
                  </a:lnTo>
                  <a:lnTo>
                    <a:pt x="4131086" y="3445424"/>
                  </a:lnTo>
                  <a:lnTo>
                    <a:pt x="4131086" y="3494927"/>
                  </a:lnTo>
                  <a:lnTo>
                    <a:pt x="4170885" y="3494927"/>
                  </a:lnTo>
                  <a:lnTo>
                    <a:pt x="4170885" y="3544429"/>
                  </a:lnTo>
                  <a:lnTo>
                    <a:pt x="4242522" y="3544429"/>
                  </a:lnTo>
                  <a:lnTo>
                    <a:pt x="4242522" y="3593932"/>
                  </a:lnTo>
                  <a:lnTo>
                    <a:pt x="4441515" y="3593932"/>
                  </a:lnTo>
                  <a:lnTo>
                    <a:pt x="4441515" y="3643434"/>
                  </a:lnTo>
                  <a:lnTo>
                    <a:pt x="4513152" y="3643434"/>
                  </a:lnTo>
                  <a:lnTo>
                    <a:pt x="4513152" y="3692937"/>
                  </a:lnTo>
                  <a:lnTo>
                    <a:pt x="4568870" y="3692937"/>
                  </a:lnTo>
                  <a:lnTo>
                    <a:pt x="4568870" y="3742439"/>
                  </a:lnTo>
                  <a:lnTo>
                    <a:pt x="4640507" y="3742439"/>
                  </a:lnTo>
                  <a:lnTo>
                    <a:pt x="4640507" y="3791942"/>
                  </a:lnTo>
                  <a:lnTo>
                    <a:pt x="4879298" y="3791942"/>
                  </a:lnTo>
                  <a:lnTo>
                    <a:pt x="4879298" y="3841444"/>
                  </a:lnTo>
                  <a:lnTo>
                    <a:pt x="4966855" y="3841444"/>
                  </a:lnTo>
                  <a:lnTo>
                    <a:pt x="4966855" y="3890947"/>
                  </a:lnTo>
                  <a:lnTo>
                    <a:pt x="5118090" y="3890947"/>
                  </a:lnTo>
                  <a:lnTo>
                    <a:pt x="5118090" y="3940449"/>
                  </a:lnTo>
                  <a:lnTo>
                    <a:pt x="5213606" y="3940449"/>
                  </a:lnTo>
                  <a:lnTo>
                    <a:pt x="5213606" y="3989952"/>
                  </a:lnTo>
                  <a:lnTo>
                    <a:pt x="5484236" y="3989952"/>
                  </a:lnTo>
                  <a:lnTo>
                    <a:pt x="5484236" y="4039454"/>
                  </a:lnTo>
                  <a:lnTo>
                    <a:pt x="5627511" y="4039454"/>
                  </a:lnTo>
                  <a:lnTo>
                    <a:pt x="5627511" y="4088957"/>
                  </a:lnTo>
                  <a:lnTo>
                    <a:pt x="6296126" y="4088957"/>
                  </a:lnTo>
                  <a:lnTo>
                    <a:pt x="6296126" y="4138459"/>
                  </a:lnTo>
                  <a:lnTo>
                    <a:pt x="6415521" y="4138459"/>
                  </a:lnTo>
                  <a:lnTo>
                    <a:pt x="6415521" y="4138459"/>
                  </a:lnTo>
                  <a:lnTo>
                    <a:pt x="6479199" y="4138459"/>
                  </a:lnTo>
                  <a:lnTo>
                    <a:pt x="6479199" y="4197862"/>
                  </a:lnTo>
                  <a:lnTo>
                    <a:pt x="6686151" y="4197862"/>
                  </a:lnTo>
                  <a:lnTo>
                    <a:pt x="6686151" y="4197862"/>
                  </a:lnTo>
                  <a:lnTo>
                    <a:pt x="7028419" y="4197862"/>
                  </a:lnTo>
                  <a:lnTo>
                    <a:pt x="7028419" y="4277066"/>
                  </a:lnTo>
                  <a:lnTo>
                    <a:pt x="8039301" y="4277066"/>
                  </a:lnTo>
                  <a:lnTo>
                    <a:pt x="8039301" y="4277066"/>
                  </a:lnTo>
                  <a:lnTo>
                    <a:pt x="8134818" y="4277066"/>
                  </a:lnTo>
                  <a:lnTo>
                    <a:pt x="8134818" y="4277066"/>
                  </a:lnTo>
                </a:path>
              </a:pathLst>
            </a:custGeom>
            <a:ln w="32521" cap="flat">
              <a:solidFill>
                <a:srgbClr val="00AFB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931458" y="278815"/>
              <a:ext cx="7681114" cy="4066379"/>
            </a:xfrm>
            <a:custGeom>
              <a:avLst/>
              <a:pathLst>
                <a:path w="7681114" h="4066379">
                  <a:moveTo>
                    <a:pt x="0" y="0"/>
                  </a:moveTo>
                  <a:lnTo>
                    <a:pt x="39798" y="0"/>
                  </a:lnTo>
                  <a:lnTo>
                    <a:pt x="39798" y="49283"/>
                  </a:lnTo>
                  <a:lnTo>
                    <a:pt x="477582" y="49283"/>
                  </a:lnTo>
                  <a:lnTo>
                    <a:pt x="477582" y="98566"/>
                  </a:lnTo>
                  <a:lnTo>
                    <a:pt x="485541" y="98566"/>
                  </a:lnTo>
                  <a:lnTo>
                    <a:pt x="485541" y="147849"/>
                  </a:lnTo>
                  <a:lnTo>
                    <a:pt x="493501" y="147849"/>
                  </a:lnTo>
                  <a:lnTo>
                    <a:pt x="493501" y="197132"/>
                  </a:lnTo>
                  <a:lnTo>
                    <a:pt x="628816" y="197132"/>
                  </a:lnTo>
                  <a:lnTo>
                    <a:pt x="628816" y="246415"/>
                  </a:lnTo>
                  <a:lnTo>
                    <a:pt x="644736" y="246415"/>
                  </a:lnTo>
                  <a:lnTo>
                    <a:pt x="644736" y="295698"/>
                  </a:lnTo>
                  <a:lnTo>
                    <a:pt x="732292" y="295698"/>
                  </a:lnTo>
                  <a:lnTo>
                    <a:pt x="732292" y="295698"/>
                  </a:lnTo>
                  <a:lnTo>
                    <a:pt x="756171" y="295698"/>
                  </a:lnTo>
                  <a:lnTo>
                    <a:pt x="756171" y="345575"/>
                  </a:lnTo>
                  <a:lnTo>
                    <a:pt x="835768" y="345575"/>
                  </a:lnTo>
                  <a:lnTo>
                    <a:pt x="835768" y="345575"/>
                  </a:lnTo>
                  <a:lnTo>
                    <a:pt x="851688" y="345575"/>
                  </a:lnTo>
                  <a:lnTo>
                    <a:pt x="851688" y="396067"/>
                  </a:lnTo>
                  <a:lnTo>
                    <a:pt x="971083" y="396067"/>
                  </a:lnTo>
                  <a:lnTo>
                    <a:pt x="971083" y="446560"/>
                  </a:lnTo>
                  <a:lnTo>
                    <a:pt x="1154157" y="446560"/>
                  </a:lnTo>
                  <a:lnTo>
                    <a:pt x="1154157" y="547545"/>
                  </a:lnTo>
                  <a:lnTo>
                    <a:pt x="1217834" y="547545"/>
                  </a:lnTo>
                  <a:lnTo>
                    <a:pt x="1217834" y="598038"/>
                  </a:lnTo>
                  <a:lnTo>
                    <a:pt x="1321310" y="598038"/>
                  </a:lnTo>
                  <a:lnTo>
                    <a:pt x="1321310" y="648530"/>
                  </a:lnTo>
                  <a:lnTo>
                    <a:pt x="1329270" y="648530"/>
                  </a:lnTo>
                  <a:lnTo>
                    <a:pt x="1329270" y="699023"/>
                  </a:lnTo>
                  <a:lnTo>
                    <a:pt x="1377028" y="699023"/>
                  </a:lnTo>
                  <a:lnTo>
                    <a:pt x="1377028" y="699023"/>
                  </a:lnTo>
                  <a:lnTo>
                    <a:pt x="1392948" y="699023"/>
                  </a:lnTo>
                  <a:lnTo>
                    <a:pt x="1392948" y="699023"/>
                  </a:lnTo>
                  <a:lnTo>
                    <a:pt x="1408867" y="699023"/>
                  </a:lnTo>
                  <a:lnTo>
                    <a:pt x="1408867" y="699023"/>
                  </a:lnTo>
                  <a:lnTo>
                    <a:pt x="1448666" y="699023"/>
                  </a:lnTo>
                  <a:lnTo>
                    <a:pt x="1448666" y="751649"/>
                  </a:lnTo>
                  <a:lnTo>
                    <a:pt x="1480505" y="751649"/>
                  </a:lnTo>
                  <a:lnTo>
                    <a:pt x="1480505" y="804275"/>
                  </a:lnTo>
                  <a:lnTo>
                    <a:pt x="1528263" y="804275"/>
                  </a:lnTo>
                  <a:lnTo>
                    <a:pt x="1528263" y="804275"/>
                  </a:lnTo>
                  <a:lnTo>
                    <a:pt x="1544182" y="804275"/>
                  </a:lnTo>
                  <a:lnTo>
                    <a:pt x="1544182" y="857675"/>
                  </a:lnTo>
                  <a:lnTo>
                    <a:pt x="1583981" y="857675"/>
                  </a:lnTo>
                  <a:lnTo>
                    <a:pt x="1583981" y="911075"/>
                  </a:lnTo>
                  <a:lnTo>
                    <a:pt x="1599900" y="911075"/>
                  </a:lnTo>
                  <a:lnTo>
                    <a:pt x="1599900" y="1017875"/>
                  </a:lnTo>
                  <a:lnTo>
                    <a:pt x="1607860" y="1017875"/>
                  </a:lnTo>
                  <a:lnTo>
                    <a:pt x="1607860" y="1017875"/>
                  </a:lnTo>
                  <a:lnTo>
                    <a:pt x="1615820" y="1017875"/>
                  </a:lnTo>
                  <a:lnTo>
                    <a:pt x="1615820" y="1017875"/>
                  </a:lnTo>
                  <a:lnTo>
                    <a:pt x="1655618" y="1017875"/>
                  </a:lnTo>
                  <a:lnTo>
                    <a:pt x="1655618" y="1072997"/>
                  </a:lnTo>
                  <a:lnTo>
                    <a:pt x="1679497" y="1072997"/>
                  </a:lnTo>
                  <a:lnTo>
                    <a:pt x="1679497" y="1072997"/>
                  </a:lnTo>
                  <a:lnTo>
                    <a:pt x="1782973" y="1072997"/>
                  </a:lnTo>
                  <a:lnTo>
                    <a:pt x="1782973" y="1072997"/>
                  </a:lnTo>
                  <a:lnTo>
                    <a:pt x="1798893" y="1072997"/>
                  </a:lnTo>
                  <a:lnTo>
                    <a:pt x="1798893" y="1129989"/>
                  </a:lnTo>
                  <a:lnTo>
                    <a:pt x="1870530" y="1129989"/>
                  </a:lnTo>
                  <a:lnTo>
                    <a:pt x="1870530" y="1129989"/>
                  </a:lnTo>
                  <a:lnTo>
                    <a:pt x="1902369" y="1129989"/>
                  </a:lnTo>
                  <a:lnTo>
                    <a:pt x="1902369" y="1187980"/>
                  </a:lnTo>
                  <a:lnTo>
                    <a:pt x="1910329" y="1187980"/>
                  </a:lnTo>
                  <a:lnTo>
                    <a:pt x="1910329" y="1187980"/>
                  </a:lnTo>
                  <a:lnTo>
                    <a:pt x="1934208" y="1187980"/>
                  </a:lnTo>
                  <a:lnTo>
                    <a:pt x="1934208" y="1187980"/>
                  </a:lnTo>
                  <a:lnTo>
                    <a:pt x="1950127" y="1187980"/>
                  </a:lnTo>
                  <a:lnTo>
                    <a:pt x="1950127" y="1248118"/>
                  </a:lnTo>
                  <a:lnTo>
                    <a:pt x="2005845" y="1248118"/>
                  </a:lnTo>
                  <a:lnTo>
                    <a:pt x="2005845" y="1248118"/>
                  </a:lnTo>
                  <a:lnTo>
                    <a:pt x="2117281" y="1248118"/>
                  </a:lnTo>
                  <a:lnTo>
                    <a:pt x="2117281" y="1248118"/>
                  </a:lnTo>
                  <a:lnTo>
                    <a:pt x="2133200" y="1248118"/>
                  </a:lnTo>
                  <a:lnTo>
                    <a:pt x="2133200" y="1310615"/>
                  </a:lnTo>
                  <a:lnTo>
                    <a:pt x="2141160" y="1310615"/>
                  </a:lnTo>
                  <a:lnTo>
                    <a:pt x="2141160" y="1310615"/>
                  </a:lnTo>
                  <a:lnTo>
                    <a:pt x="2165039" y="1310615"/>
                  </a:lnTo>
                  <a:lnTo>
                    <a:pt x="2165039" y="1310615"/>
                  </a:lnTo>
                  <a:lnTo>
                    <a:pt x="2196878" y="1310615"/>
                  </a:lnTo>
                  <a:lnTo>
                    <a:pt x="2196878" y="1310615"/>
                  </a:lnTo>
                  <a:lnTo>
                    <a:pt x="2268515" y="1310615"/>
                  </a:lnTo>
                  <a:lnTo>
                    <a:pt x="2268515" y="1377102"/>
                  </a:lnTo>
                  <a:lnTo>
                    <a:pt x="2324233" y="1377102"/>
                  </a:lnTo>
                  <a:lnTo>
                    <a:pt x="2324233" y="1377102"/>
                  </a:lnTo>
                  <a:lnTo>
                    <a:pt x="2332193" y="1377102"/>
                  </a:lnTo>
                  <a:lnTo>
                    <a:pt x="2332193" y="1445066"/>
                  </a:lnTo>
                  <a:lnTo>
                    <a:pt x="2356072" y="1445066"/>
                  </a:lnTo>
                  <a:lnTo>
                    <a:pt x="2356072" y="1445066"/>
                  </a:lnTo>
                  <a:lnTo>
                    <a:pt x="2427709" y="1445066"/>
                  </a:lnTo>
                  <a:lnTo>
                    <a:pt x="2427709" y="1514610"/>
                  </a:lnTo>
                  <a:lnTo>
                    <a:pt x="2467508" y="1514610"/>
                  </a:lnTo>
                  <a:lnTo>
                    <a:pt x="2467508" y="1584154"/>
                  </a:lnTo>
                  <a:lnTo>
                    <a:pt x="2507306" y="1584154"/>
                  </a:lnTo>
                  <a:lnTo>
                    <a:pt x="2507306" y="1584154"/>
                  </a:lnTo>
                  <a:lnTo>
                    <a:pt x="2642621" y="1584154"/>
                  </a:lnTo>
                  <a:lnTo>
                    <a:pt x="2642621" y="1584154"/>
                  </a:lnTo>
                  <a:lnTo>
                    <a:pt x="2706299" y="1584154"/>
                  </a:lnTo>
                  <a:lnTo>
                    <a:pt x="2706299" y="1657265"/>
                  </a:lnTo>
                  <a:lnTo>
                    <a:pt x="2746098" y="1657265"/>
                  </a:lnTo>
                  <a:lnTo>
                    <a:pt x="2746098" y="1730376"/>
                  </a:lnTo>
                  <a:lnTo>
                    <a:pt x="2769977" y="1730376"/>
                  </a:lnTo>
                  <a:lnTo>
                    <a:pt x="2769977" y="1803487"/>
                  </a:lnTo>
                  <a:lnTo>
                    <a:pt x="2785896" y="1803487"/>
                  </a:lnTo>
                  <a:lnTo>
                    <a:pt x="2785896" y="1876597"/>
                  </a:lnTo>
                  <a:lnTo>
                    <a:pt x="2793856" y="1876597"/>
                  </a:lnTo>
                  <a:lnTo>
                    <a:pt x="2793856" y="1949708"/>
                  </a:lnTo>
                  <a:lnTo>
                    <a:pt x="2833654" y="1949708"/>
                  </a:lnTo>
                  <a:lnTo>
                    <a:pt x="2833654" y="1949708"/>
                  </a:lnTo>
                  <a:lnTo>
                    <a:pt x="2873453" y="1949708"/>
                  </a:lnTo>
                  <a:lnTo>
                    <a:pt x="2873453" y="2025034"/>
                  </a:lnTo>
                  <a:lnTo>
                    <a:pt x="2889372" y="2025034"/>
                  </a:lnTo>
                  <a:lnTo>
                    <a:pt x="2889372" y="2100361"/>
                  </a:lnTo>
                  <a:lnTo>
                    <a:pt x="2897332" y="2100361"/>
                  </a:lnTo>
                  <a:lnTo>
                    <a:pt x="2897332" y="2100361"/>
                  </a:lnTo>
                  <a:lnTo>
                    <a:pt x="2953050" y="2100361"/>
                  </a:lnTo>
                  <a:lnTo>
                    <a:pt x="2953050" y="2178198"/>
                  </a:lnTo>
                  <a:lnTo>
                    <a:pt x="2992848" y="2178198"/>
                  </a:lnTo>
                  <a:lnTo>
                    <a:pt x="2992848" y="2178198"/>
                  </a:lnTo>
                  <a:lnTo>
                    <a:pt x="3040607" y="2178198"/>
                  </a:lnTo>
                  <a:lnTo>
                    <a:pt x="3040607" y="2178198"/>
                  </a:lnTo>
                  <a:lnTo>
                    <a:pt x="3056526" y="2178198"/>
                  </a:lnTo>
                  <a:lnTo>
                    <a:pt x="3056526" y="2178198"/>
                  </a:lnTo>
                  <a:lnTo>
                    <a:pt x="3390834" y="2178198"/>
                  </a:lnTo>
                  <a:lnTo>
                    <a:pt x="3390834" y="2265016"/>
                  </a:lnTo>
                  <a:lnTo>
                    <a:pt x="3446552" y="2265016"/>
                  </a:lnTo>
                  <a:lnTo>
                    <a:pt x="3446552" y="2351834"/>
                  </a:lnTo>
                  <a:lnTo>
                    <a:pt x="3534108" y="2351834"/>
                  </a:lnTo>
                  <a:lnTo>
                    <a:pt x="3534108" y="2438653"/>
                  </a:lnTo>
                  <a:lnTo>
                    <a:pt x="3581867" y="2438653"/>
                  </a:lnTo>
                  <a:lnTo>
                    <a:pt x="3581867" y="2525471"/>
                  </a:lnTo>
                  <a:lnTo>
                    <a:pt x="3764940" y="2525471"/>
                  </a:lnTo>
                  <a:lnTo>
                    <a:pt x="3764940" y="2612289"/>
                  </a:lnTo>
                  <a:lnTo>
                    <a:pt x="4067409" y="2612289"/>
                  </a:lnTo>
                  <a:lnTo>
                    <a:pt x="4067409" y="2612289"/>
                  </a:lnTo>
                  <a:lnTo>
                    <a:pt x="4139046" y="2612289"/>
                  </a:lnTo>
                  <a:lnTo>
                    <a:pt x="4139046" y="2708247"/>
                  </a:lnTo>
                  <a:lnTo>
                    <a:pt x="4170885" y="2708247"/>
                  </a:lnTo>
                  <a:lnTo>
                    <a:pt x="4170885" y="2804204"/>
                  </a:lnTo>
                  <a:lnTo>
                    <a:pt x="4210683" y="2804204"/>
                  </a:lnTo>
                  <a:lnTo>
                    <a:pt x="4210683" y="2804204"/>
                  </a:lnTo>
                  <a:lnTo>
                    <a:pt x="4322119" y="2804204"/>
                  </a:lnTo>
                  <a:lnTo>
                    <a:pt x="4322119" y="2804204"/>
                  </a:lnTo>
                  <a:lnTo>
                    <a:pt x="4377837" y="2804204"/>
                  </a:lnTo>
                  <a:lnTo>
                    <a:pt x="4377837" y="2912955"/>
                  </a:lnTo>
                  <a:lnTo>
                    <a:pt x="4385797" y="2912955"/>
                  </a:lnTo>
                  <a:lnTo>
                    <a:pt x="4385797" y="2912955"/>
                  </a:lnTo>
                  <a:lnTo>
                    <a:pt x="4449474" y="2912955"/>
                  </a:lnTo>
                  <a:lnTo>
                    <a:pt x="4449474" y="2912955"/>
                  </a:lnTo>
                  <a:lnTo>
                    <a:pt x="4680306" y="2912955"/>
                  </a:lnTo>
                  <a:lnTo>
                    <a:pt x="4680306" y="2912955"/>
                  </a:lnTo>
                  <a:lnTo>
                    <a:pt x="5102170" y="2912955"/>
                  </a:lnTo>
                  <a:lnTo>
                    <a:pt x="5102170" y="3051366"/>
                  </a:lnTo>
                  <a:lnTo>
                    <a:pt x="5205646" y="3051366"/>
                  </a:lnTo>
                  <a:lnTo>
                    <a:pt x="5205646" y="3189777"/>
                  </a:lnTo>
                  <a:lnTo>
                    <a:pt x="5468317" y="3189777"/>
                  </a:lnTo>
                  <a:lnTo>
                    <a:pt x="5468317" y="3328188"/>
                  </a:lnTo>
                  <a:lnTo>
                    <a:pt x="5611591" y="3328188"/>
                  </a:lnTo>
                  <a:lnTo>
                    <a:pt x="5611591" y="3466598"/>
                  </a:lnTo>
                  <a:lnTo>
                    <a:pt x="5794664" y="3466598"/>
                  </a:lnTo>
                  <a:lnTo>
                    <a:pt x="5794664" y="3605009"/>
                  </a:lnTo>
                  <a:lnTo>
                    <a:pt x="5818544" y="3605009"/>
                  </a:lnTo>
                  <a:lnTo>
                    <a:pt x="5818544" y="3743420"/>
                  </a:lnTo>
                  <a:lnTo>
                    <a:pt x="5850382" y="3743420"/>
                  </a:lnTo>
                  <a:lnTo>
                    <a:pt x="5850382" y="3881831"/>
                  </a:lnTo>
                  <a:lnTo>
                    <a:pt x="5890181" y="3881831"/>
                  </a:lnTo>
                  <a:lnTo>
                    <a:pt x="5890181" y="3881831"/>
                  </a:lnTo>
                  <a:lnTo>
                    <a:pt x="6089173" y="3881831"/>
                  </a:lnTo>
                  <a:lnTo>
                    <a:pt x="6089173" y="4066379"/>
                  </a:lnTo>
                  <a:lnTo>
                    <a:pt x="6534917" y="4066379"/>
                  </a:lnTo>
                  <a:lnTo>
                    <a:pt x="6534917" y="4066379"/>
                  </a:lnTo>
                  <a:lnTo>
                    <a:pt x="7681114" y="4066379"/>
                  </a:lnTo>
                  <a:lnTo>
                    <a:pt x="7681114" y="4066379"/>
                  </a:lnTo>
                </a:path>
              </a:pathLst>
            </a:custGeom>
            <a:ln w="32521" cap="flat">
              <a:solidFill>
                <a:srgbClr val="E7B8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tx19"/>
            <p:cNvSpPr/>
            <p:nvPr/>
          </p:nvSpPr>
          <p:spPr>
            <a:xfrm>
              <a:off x="1404694" y="4204905"/>
              <a:ext cx="2301087" cy="131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 = 0.001 (Log-rank Test)</a:t>
              </a:r>
            </a:p>
          </p:txBody>
        </p:sp>
        <p:sp>
          <p:nvSpPr>
            <p:cNvPr id="20" name="pl20"/>
            <p:cNvSpPr/>
            <p:nvPr/>
          </p:nvSpPr>
          <p:spPr>
            <a:xfrm>
              <a:off x="923323" y="274379"/>
              <a:ext cx="0" cy="4444345"/>
            </a:xfrm>
            <a:custGeom>
              <a:avLst/>
              <a:pathLst>
                <a:path w="0" h="4444345">
                  <a:moveTo>
                    <a:pt x="0" y="444434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tx21"/>
            <p:cNvSpPr/>
            <p:nvPr/>
          </p:nvSpPr>
          <p:spPr>
            <a:xfrm>
              <a:off x="742654" y="4667975"/>
              <a:ext cx="80832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661821" y="4224428"/>
              <a:ext cx="161665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661821" y="3780880"/>
              <a:ext cx="161665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661821" y="3337333"/>
              <a:ext cx="161665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661821" y="2893785"/>
              <a:ext cx="161665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40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661821" y="2450238"/>
              <a:ext cx="161665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61821" y="2006690"/>
              <a:ext cx="161665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61821" y="1563143"/>
              <a:ext cx="161665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61821" y="1119595"/>
              <a:ext cx="161665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80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61821" y="676048"/>
              <a:ext cx="161665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580988" y="232500"/>
              <a:ext cx="242498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100</a:t>
              </a:r>
            </a:p>
          </p:txBody>
        </p:sp>
        <p:sp>
          <p:nvSpPr>
            <p:cNvPr id="32" name="pl32"/>
            <p:cNvSpPr/>
            <p:nvPr/>
          </p:nvSpPr>
          <p:spPr>
            <a:xfrm>
              <a:off x="851323" y="4714289"/>
              <a:ext cx="72000" cy="0"/>
            </a:xfrm>
            <a:custGeom>
              <a:avLst/>
              <a:pathLst>
                <a:path w="72000" h="0">
                  <a:moveTo>
                    <a:pt x="0" y="0"/>
                  </a:moveTo>
                  <a:lnTo>
                    <a:pt x="7200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851323" y="4270742"/>
              <a:ext cx="72000" cy="0"/>
            </a:xfrm>
            <a:custGeom>
              <a:avLst/>
              <a:pathLst>
                <a:path w="72000" h="0">
                  <a:moveTo>
                    <a:pt x="0" y="0"/>
                  </a:moveTo>
                  <a:lnTo>
                    <a:pt x="7200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51323" y="3827194"/>
              <a:ext cx="72000" cy="0"/>
            </a:xfrm>
            <a:custGeom>
              <a:avLst/>
              <a:pathLst>
                <a:path w="72000" h="0">
                  <a:moveTo>
                    <a:pt x="0" y="0"/>
                  </a:moveTo>
                  <a:lnTo>
                    <a:pt x="7200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51323" y="3383647"/>
              <a:ext cx="72000" cy="0"/>
            </a:xfrm>
            <a:custGeom>
              <a:avLst/>
              <a:pathLst>
                <a:path w="72000" h="0">
                  <a:moveTo>
                    <a:pt x="0" y="0"/>
                  </a:moveTo>
                  <a:lnTo>
                    <a:pt x="7200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51323" y="2940100"/>
              <a:ext cx="72000" cy="0"/>
            </a:xfrm>
            <a:custGeom>
              <a:avLst/>
              <a:pathLst>
                <a:path w="72000" h="0">
                  <a:moveTo>
                    <a:pt x="0" y="0"/>
                  </a:moveTo>
                  <a:lnTo>
                    <a:pt x="7200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851323" y="2496552"/>
              <a:ext cx="72000" cy="0"/>
            </a:xfrm>
            <a:custGeom>
              <a:avLst/>
              <a:pathLst>
                <a:path w="72000" h="0">
                  <a:moveTo>
                    <a:pt x="0" y="0"/>
                  </a:moveTo>
                  <a:lnTo>
                    <a:pt x="7200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851323" y="2053005"/>
              <a:ext cx="72000" cy="0"/>
            </a:xfrm>
            <a:custGeom>
              <a:avLst/>
              <a:pathLst>
                <a:path w="72000" h="0">
                  <a:moveTo>
                    <a:pt x="0" y="0"/>
                  </a:moveTo>
                  <a:lnTo>
                    <a:pt x="7200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851323" y="1609457"/>
              <a:ext cx="72000" cy="0"/>
            </a:xfrm>
            <a:custGeom>
              <a:avLst/>
              <a:pathLst>
                <a:path w="72000" h="0">
                  <a:moveTo>
                    <a:pt x="0" y="0"/>
                  </a:moveTo>
                  <a:lnTo>
                    <a:pt x="7200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851323" y="1165910"/>
              <a:ext cx="72000" cy="0"/>
            </a:xfrm>
            <a:custGeom>
              <a:avLst/>
              <a:pathLst>
                <a:path w="72000" h="0">
                  <a:moveTo>
                    <a:pt x="0" y="0"/>
                  </a:moveTo>
                  <a:lnTo>
                    <a:pt x="7200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851323" y="722362"/>
              <a:ext cx="72000" cy="0"/>
            </a:xfrm>
            <a:custGeom>
              <a:avLst/>
              <a:pathLst>
                <a:path w="72000" h="0">
                  <a:moveTo>
                    <a:pt x="0" y="0"/>
                  </a:moveTo>
                  <a:lnTo>
                    <a:pt x="7200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851323" y="278815"/>
              <a:ext cx="72000" cy="0"/>
            </a:xfrm>
            <a:custGeom>
              <a:avLst/>
              <a:pathLst>
                <a:path w="72000" h="0">
                  <a:moveTo>
                    <a:pt x="0" y="0"/>
                  </a:moveTo>
                  <a:lnTo>
                    <a:pt x="7200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923323" y="4718725"/>
              <a:ext cx="8151087" cy="0"/>
            </a:xfrm>
            <a:custGeom>
              <a:avLst/>
              <a:pathLst>
                <a:path w="8151087" h="0">
                  <a:moveTo>
                    <a:pt x="0" y="0"/>
                  </a:moveTo>
                  <a:lnTo>
                    <a:pt x="815108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931458" y="4718725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1727428" y="4718725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523398" y="4718725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319369" y="4718725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4115339" y="4718725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4911310" y="4718725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5707280" y="4718725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6503251" y="4718725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7299221" y="4718725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8095192" y="4718725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8891162" y="4718725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tx55"/>
            <p:cNvSpPr/>
            <p:nvPr/>
          </p:nvSpPr>
          <p:spPr>
            <a:xfrm>
              <a:off x="891041" y="4818560"/>
              <a:ext cx="80832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1606179" y="4818560"/>
              <a:ext cx="242498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100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2402149" y="4818560"/>
              <a:ext cx="242498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200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3198120" y="4818560"/>
              <a:ext cx="242498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300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3994090" y="4818560"/>
              <a:ext cx="242498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400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4790060" y="4818560"/>
              <a:ext cx="242498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500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5586031" y="4818560"/>
              <a:ext cx="242498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600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6382001" y="4818560"/>
              <a:ext cx="242498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700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177972" y="4818560"/>
              <a:ext cx="242498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800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973942" y="4818560"/>
              <a:ext cx="242498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900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8729496" y="4818560"/>
              <a:ext cx="323331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1000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4144680" y="5142175"/>
              <a:ext cx="1708373" cy="101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Follow-up time (days)</a:t>
              </a:r>
            </a:p>
          </p:txBody>
        </p:sp>
        <p:sp>
          <p:nvSpPr>
            <p:cNvPr id="67" name="tx67"/>
            <p:cNvSpPr/>
            <p:nvPr/>
          </p:nvSpPr>
          <p:spPr>
            <a:xfrm rot="-5400000">
              <a:off x="-654890" y="2445620"/>
              <a:ext cx="1550822" cy="101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Survival probability</a:t>
              </a:r>
            </a:p>
          </p:txBody>
        </p:sp>
        <p:sp>
          <p:nvSpPr>
            <p:cNvPr id="68" name="rc68"/>
            <p:cNvSpPr/>
            <p:nvPr/>
          </p:nvSpPr>
          <p:spPr>
            <a:xfrm>
              <a:off x="7385223" y="770353"/>
              <a:ext cx="933048" cy="78579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tx69"/>
            <p:cNvSpPr/>
            <p:nvPr/>
          </p:nvSpPr>
          <p:spPr>
            <a:xfrm>
              <a:off x="7454812" y="858066"/>
              <a:ext cx="425287" cy="101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Group</a:t>
              </a:r>
            </a:p>
          </p:txBody>
        </p:sp>
        <p:sp>
          <p:nvSpPr>
            <p:cNvPr id="70" name="rc70"/>
            <p:cNvSpPr/>
            <p:nvPr/>
          </p:nvSpPr>
          <p:spPr>
            <a:xfrm>
              <a:off x="7454812" y="1047643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7476758" y="115737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2521" cap="flat">
              <a:solidFill>
                <a:srgbClr val="00AFB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7454812" y="1267099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7476758" y="1376827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32521" cap="flat">
              <a:solidFill>
                <a:srgbClr val="E7B8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4"/>
            <p:cNvSpPr/>
            <p:nvPr/>
          </p:nvSpPr>
          <p:spPr>
            <a:xfrm>
              <a:off x="7743857" y="1116635"/>
              <a:ext cx="406633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Male    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7743857" y="1336091"/>
              <a:ext cx="545988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Female    </a:t>
              </a:r>
            </a:p>
          </p:txBody>
        </p:sp>
        <p:sp>
          <p:nvSpPr>
            <p:cNvPr id="76" name="rc76"/>
            <p:cNvSpPr/>
            <p:nvPr/>
          </p:nvSpPr>
          <p:spPr>
            <a:xfrm>
              <a:off x="0" y="5336964"/>
              <a:ext cx="9144000" cy="186793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77" name="tx77"/>
            <p:cNvSpPr/>
            <p:nvPr/>
          </p:nvSpPr>
          <p:spPr>
            <a:xfrm>
              <a:off x="227745" y="5336964"/>
              <a:ext cx="855878" cy="101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No. at Risk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802759" y="5873234"/>
              <a:ext cx="241127" cy="920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138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1600322" y="5873234"/>
              <a:ext cx="241127" cy="920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114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2418001" y="5873234"/>
              <a:ext cx="200893" cy="920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 78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3215563" y="5873234"/>
              <a:ext cx="200893" cy="920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 49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013126" y="5873234"/>
              <a:ext cx="200893" cy="920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 31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810688" y="5873234"/>
              <a:ext cx="200893" cy="920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 20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5608250" y="5873234"/>
              <a:ext cx="200893" cy="920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 13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6425929" y="5873234"/>
              <a:ext cx="160660" cy="920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  8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7223492" y="5873234"/>
              <a:ext cx="160660" cy="920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  6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8021054" y="5873234"/>
              <a:ext cx="160660" cy="920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  2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8818617" y="5873234"/>
              <a:ext cx="160660" cy="920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  2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822876" y="6416444"/>
              <a:ext cx="200893" cy="920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 90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1620438" y="6416444"/>
              <a:ext cx="200893" cy="920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 82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2418001" y="6416444"/>
              <a:ext cx="200893" cy="920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 66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3215563" y="6416444"/>
              <a:ext cx="200893" cy="920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 43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4013126" y="6416444"/>
              <a:ext cx="200893" cy="920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 26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4810688" y="6416444"/>
              <a:ext cx="200893" cy="920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 21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5608250" y="6416444"/>
              <a:ext cx="200893" cy="920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 11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6425929" y="6416444"/>
              <a:ext cx="160660" cy="920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  8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7223492" y="6416444"/>
              <a:ext cx="160660" cy="920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  2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8021054" y="6416444"/>
              <a:ext cx="160660" cy="920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  1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8818617" y="6416444"/>
              <a:ext cx="160660" cy="920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  0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239585" y="6416170"/>
              <a:ext cx="620969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Female    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239585" y="5872959"/>
              <a:ext cx="462503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Male    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chaeeon.lee</cp:lastModifiedBy>
  <cp:revision>3</cp:revision>
  <dcterms:created xsi:type="dcterms:W3CDTF">2017-02-13T16:18:36Z</dcterms:created>
  <dcterms:modified xsi:type="dcterms:W3CDTF">2026-06-24T08:32:57Z</dcterms:modified>
  <cp:category/>
</cp:coreProperties>
</file>